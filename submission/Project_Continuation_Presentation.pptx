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Beyond Indirect Answers: Pragmatic Augmentation for CIRCA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continuation of Louis et al. (EMNLP 2020)</a:t>
            </a:r>
          </a:p>
          <a:p>
            <a:r>
              <a:t>Ron Beiden</a:t>
            </a:r>
          </a:p>
          <a:p>
            <a: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Continue This Paper?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Louis et al. show context helps classify indirect answers.</a:t>
            </a:r>
          </a:p>
          <a:p>
            <a:pPr>
              <a:defRPr sz="2400"/>
            </a:pPr>
            <a:r>
              <a:t>Open question: can pragmatic augmentation improve robustness?</a:t>
            </a:r>
          </a:p>
          <a:p>
            <a:pPr>
              <a:defRPr sz="2400"/>
            </a:pPr>
            <a:r>
              <a:t>This project compares LLM explanations against controlled baselines.</a:t>
            </a:r>
          </a:p>
          <a:p>
            <a:pPr>
              <a:defRPr sz="2400"/>
            </a:pPr>
            <a:r>
              <a:t>We expand to multiple encoders for stronger conclusions.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RQ1: Does explanation augmentation improve 6-class prediction quality?</a:t>
            </a:r>
          </a:p>
          <a:p>
            <a:pPr>
              <a:defRPr sz="2400"/>
            </a:pPr>
            <a:r>
              <a:t>RQ2: Is LLM augmentation better than non-LLM controls?</a:t>
            </a:r>
          </a:p>
          <a:p>
            <a:pPr>
              <a:defRPr sz="2400"/>
            </a:pPr>
            <a:r>
              <a:t>RQ3: Are effects consistent across BERT, MNLI-BERT, and RoBERTa?</a:t>
            </a:r>
          </a:p>
          <a:p>
            <a:pPr>
              <a:defRPr sz="2400"/>
            </a:pPr>
            <a:r>
              <a:t>Primary metric: Macro-F1 (class-balanced), secondary: Accuracy.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and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Dataset: CIRCA-style indirect answer classification.</a:t>
            </a:r>
          </a:p>
          <a:p>
            <a:pPr>
              <a:defRPr sz="2400"/>
            </a:pPr>
            <a:r>
              <a:t>Valid base examples: 30,958; LLM-augmented subset: 5,000.</a:t>
            </a:r>
          </a:p>
          <a:p>
            <a:pPr>
              <a:defRPr sz="2400"/>
            </a:pPr>
            <a:r>
              <a:t>Labels: 6 pragmatic classes (derived robustly from goldstandard1).</a:t>
            </a:r>
          </a:p>
          <a:p>
            <a:pPr>
              <a:defRPr sz="2400"/>
            </a:pPr>
            <a:r>
              <a:t>Matched-cap protocol: all modes trained at same sample budget.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Augmentation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baseline: answer + context only.</a:t>
            </a:r>
          </a:p>
          <a:p>
            <a:pPr>
              <a:defRPr sz="2400"/>
            </a:pPr>
            <a:r>
              <a:t>repeat: repeat input text as noise control.</a:t>
            </a:r>
          </a:p>
          <a:p>
            <a:pPr>
              <a:defRPr sz="2400"/>
            </a:pPr>
            <a:r>
              <a:t>template: label-agnostic hand-written pragmatic hint template.</a:t>
            </a:r>
          </a:p>
          <a:p>
            <a:pPr>
              <a:defRPr sz="2400"/>
            </a:pPr>
            <a:r>
              <a:t>oracle: label-description hint (upper-bound, leaks label semantics).</a:t>
            </a:r>
          </a:p>
          <a:p>
            <a:pPr>
              <a:defRPr sz="2400"/>
            </a:pPr>
            <a:r>
              <a:t>llm: generated natural-language explanation per example.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Suite and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Models: bert-base-uncased, textattack/bert-base-uncased-MNLI, roberta-base.</a:t>
            </a:r>
          </a:p>
          <a:p>
            <a:pPr>
              <a:defRPr sz="2400"/>
            </a:pPr>
            <a:r>
              <a:t>Total runs: 15 (5 modes x 3 models), each with same train-size cap.</a:t>
            </a:r>
          </a:p>
          <a:p>
            <a:pPr>
              <a:defRPr sz="2400"/>
            </a:pPr>
            <a:r>
              <a:t>Implementation: PyTorch + Transformers with reproducible scripts.</a:t>
            </a:r>
          </a:p>
          <a:p>
            <a:pPr>
              <a:defRPr sz="2400"/>
            </a:pPr>
            <a:r>
              <a:t>Evaluation aggregates saved to outputs/*.csv for traceability.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Macro-F1 (Primary)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Higher is better; this metric highlights class-balanced quality.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BERT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MNLI-BERT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RoBERTa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0.501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0.515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0.511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repeat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0.536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0.595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0.597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template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0.545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0.518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0.546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oracle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1.000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0.755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0.754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Accuracy (Secondary)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Accuracy can hide minority-class failures; interpret with Macro-F1.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BERT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MNLI-BERT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RoBERTa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0.756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0.798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0.804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repeat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0.766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0.814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0.814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template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0.814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0.786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oracle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1.000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0.764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0.786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0.760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57784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What Worked</a:t>
            </a:r>
          </a:p>
          <a:p>
            <a:pPr>
              <a:defRPr sz="2000"/>
            </a:pPr>
            <a:r>
              <a:t>LLM explanations strongly improve Macro-F1 over baseline.</a:t>
            </a:r>
          </a:p>
          <a:p>
            <a:pPr>
              <a:defRPr sz="2000"/>
            </a:pPr>
            <a:r>
              <a:t>Repeat/template controls improve modestly but less than LLM.</a:t>
            </a:r>
          </a:p>
          <a:p>
            <a:pPr>
              <a:defRPr sz="2000"/>
            </a:pPr>
            <a:r>
              <a:t>MNLI-BERT is most stable with best LLM Macro-F1 (0.782).</a:t>
            </a:r>
          </a:p>
          <a:p>
            <a:pPr>
              <a:defRPr sz="2000"/>
            </a:pPr>
            <a:r>
              <a:t>Controlled comparison supports pragmatic signal utility.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097280"/>
            <a:ext cx="54864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What Needs Caution</a:t>
            </a:r>
          </a:p>
          <a:p>
            <a:pPr>
              <a:defRPr sz="2000"/>
            </a:pPr>
            <a:r>
              <a:t>Oracle reaches 1.0 by design and is not a deployable setting.</a:t>
            </a:r>
          </a:p>
          <a:p>
            <a:pPr>
              <a:defRPr sz="2000"/>
            </a:pPr>
            <a:r>
              <a:t>LLM gains are not uniform on raw accuracy across all models.</a:t>
            </a:r>
          </a:p>
          <a:p>
            <a:pPr>
              <a:defRPr sz="2000"/>
            </a:pPr>
            <a:r>
              <a:t>Potential prompt sensitivity and explanation quality variance.</a:t>
            </a:r>
          </a:p>
          <a:p>
            <a:pPr>
              <a:defRPr sz="2000"/>
            </a:pPr>
            <a:r>
              <a:t>Generalization beyond this task still needs further study.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to the Original Paper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Original: context and architecture comparisons for indirect answers.</a:t>
            </a:r>
          </a:p>
          <a:p>
            <a:pPr>
              <a:defRPr sz="2400"/>
            </a:pPr>
            <a:r>
              <a:t>This continuation: augmentation-focused intervention study.</a:t>
            </a:r>
          </a:p>
          <a:p>
            <a:pPr>
              <a:defRPr sz="2400"/>
            </a:pPr>
            <a:r>
              <a:t>Added controlled baselines requested by feedback.</a:t>
            </a:r>
          </a:p>
          <a:p>
            <a:pPr>
              <a:defRPr sz="2400"/>
            </a:pPr>
            <a:r>
              <a:t>Added cross-model robustness requested by feedback.</a:t>
            </a:r>
          </a:p>
          <a:p>
            <a:pPr>
              <a:defRPr sz="2400"/>
            </a:pPr>
            <a:r>
              <a:t>Conclusion: pragmatic augmentation helps, especially for balanced performance.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Threats to Validity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Single dataset/domain; external validity is limited.</a:t>
            </a:r>
          </a:p>
          <a:p>
            <a:pPr>
              <a:defRPr sz="2400"/>
            </a:pPr>
            <a:r>
              <a:t>LLM explanations may encode biases from generation model.</a:t>
            </a:r>
          </a:p>
          <a:p>
            <a:pPr>
              <a:defRPr sz="2400"/>
            </a:pPr>
            <a:r>
              <a:t>No human quality scoring of explanations in this phase.</a:t>
            </a:r>
          </a:p>
          <a:p>
            <a:pPr>
              <a:defRPr sz="2400"/>
            </a:pPr>
            <a:r>
              <a:t>Compute budget fixed epochs; deeper tuning may shift rankings.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Add stronger non-LLM augmentations (backtranslation, paraphrase models).</a:t>
            </a:r>
          </a:p>
          <a:p>
            <a:pPr>
              <a:defRPr sz="2400"/>
            </a:pPr>
            <a:r>
              <a:t>Evaluate on additional pragmatic datasets and cross-domain transfer.</a:t>
            </a:r>
          </a:p>
          <a:p>
            <a:pPr>
              <a:defRPr sz="2400"/>
            </a:pPr>
            <a:r>
              <a:t>Run explanation-ablation studies (length, structure, rationale type).</a:t>
            </a:r>
          </a:p>
          <a:p>
            <a:pPr>
              <a:defRPr sz="2400"/>
            </a:pPr>
            <a:r>
              <a:t>Investigate confidence calibration and class-wise error patterns.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Reproducibility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Code and data bundles: submission/code.zip and submission/data.zip.</a:t>
            </a:r>
          </a:p>
          <a:p>
            <a:pPr>
              <a:defRPr sz="2400"/>
            </a:pPr>
            <a:r>
              <a:t>Training/eval scripts: src/train.py and src/evaluate.py.</a:t>
            </a:r>
          </a:p>
          <a:p>
            <a:pPr>
              <a:defRPr sz="2400"/>
            </a:pPr>
            <a:r>
              <a:t>Report source: paper/main.tex and references.bib.</a:t>
            </a:r>
          </a:p>
          <a:p>
            <a:pPr>
              <a:defRPr sz="2400"/>
            </a:pPr>
            <a:r>
              <a:t>All 15 result folders and aggregate CSVs are included under outputs/.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Questions and discussion</a:t>
            </a:r>
          </a:p>
          <a:p>
            <a:pPr>
              <a:defRPr sz="2400"/>
            </a:pPr>
            <a:r>
              <a:t>Would you like more depth on model behavior or augmentation design?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