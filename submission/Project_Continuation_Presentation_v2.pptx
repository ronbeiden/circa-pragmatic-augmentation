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66B"/>
                </a:solidFill>
                <a:latin typeface="Calibri"/>
              </a:rPr>
              <a:t>Project Continuation of Louis et al. (EMNLP 2020)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Beyond Indirect Answers:
Pragmatic Augmentation for CIRCA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247" y="3977639"/>
            <a:ext cx="5029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9487" y="411607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90E0EF"/>
                </a:solidFill>
                <a:latin typeface="Calibri"/>
              </a:rPr>
              <a:t>Yuval Meron  ·  Ron Biden  ·  Gilad Schwartz  ·  Ziv </a:t>
            </a:r>
            <a:r>
              <a:rPr sz="2000" b="1" i="0" dirty="0" err="1">
                <a:solidFill>
                  <a:srgbClr val="90E0EF"/>
                </a:solidFill>
                <a:latin typeface="Calibri"/>
              </a:rPr>
              <a:t>Fenigstein</a:t>
            </a:r>
            <a:endParaRPr sz="2000" b="1" i="0" dirty="0">
              <a:solidFill>
                <a:srgbClr val="90E0E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900" y="456285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CCCCCC"/>
                </a:solidFill>
                <a:latin typeface="Calibri"/>
              </a:rPr>
              <a:t>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66B"/>
                </a:solidFill>
                <a:latin typeface="Calibri"/>
              </a:rPr>
              <a:t>Why Continue This Paper?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05156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Calibri"/>
              </a:rPr>
              <a:t>• Louis et al. show context helps classify indirect answers in CIRCA.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Open question: can pragmatic augmentation improve robustness?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We compare LLM explanation injection against controlled baselines.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We expand to multiple encoders for stronger, cross-model conclusions.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RQs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66B"/>
                </a:solidFill>
                <a:latin typeface="Calibri"/>
              </a:rPr>
              <a:t>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05156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Calibri"/>
              </a:rPr>
              <a:t>• RQ1: Does explanation augmentation improve 6-class prediction quality?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RQ2: Is LLM augmentation better than simple non-LLM controls?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RQ3: Are gains consistent across BERT, MNLI-BERT, and RoBERTa?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Primary metric: Macro-F1 (class-balanced).  Secondary: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66B"/>
                </a:solidFill>
                <a:latin typeface="Calibri"/>
              </a:rPr>
              <a:t>Data and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05156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Calibri"/>
              </a:rPr>
              <a:t>• Dataset: CIRCA indirect-answer corpus, 6-class pragmatic labels.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Valid base examples: 30,958.  LLM-augmented subset: 5,000.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Labels re-derived robustly from goldstandard1 (no leakage).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Matched-cap protocol: all modes trained at the same sample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66B"/>
                </a:solidFill>
                <a:latin typeface="Calibri"/>
              </a:rPr>
              <a:t>Five Augmentation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05156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Calibri"/>
              </a:rPr>
              <a:t>• baseline  — answer + context only (no augmentation).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repeat    — duplicate input text; noise-control for extra tokens.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template  — hand-written label-agnostic pragmatic hint (no label leakage).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oracle    — label-description hint appended (upper-bound; leaks semantics).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llm       — GPT-generated natural-language explanation per example.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66B"/>
                </a:solidFill>
                <a:latin typeface="Calibri"/>
              </a:rPr>
              <a:t>Model Suite and Training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05156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Calibri"/>
              </a:rPr>
              <a:t>• Models: bert-base-uncased  ·  MNLI-BERT (textattack)  ·  roberta-base.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Total runs: 15  (5 modes × 3 models), identical training budget.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Framework: PyTorch + HuggingFace Transformers, 4 epochs each.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All results, logs, and aggregates saved to outputs/ for traceability.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66B"/>
                </a:solidFill>
                <a:latin typeface="Calibri"/>
              </a:rPr>
              <a:t>Results: Macro-F1  (Primary Metric)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05156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0E0EF"/>
                </a:solidFill>
                <a:latin typeface="Calibri"/>
              </a:rPr>
              <a:t>Higher = better.  Balanced across all 6 classes; not inflated by majority.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9728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1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BERT</a:t>
                      </a:r>
                    </a:p>
                  </a:txBody>
                  <a:tcPr>
                    <a:solidFill>
                      <a:srgbClr val="1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MNLI-BERT</a:t>
                      </a:r>
                    </a:p>
                  </a:txBody>
                  <a:tcPr>
                    <a:solidFill>
                      <a:srgbClr val="1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RoBERTa</a:t>
                      </a:r>
                    </a:p>
                  </a:txBody>
                  <a:tcPr>
                    <a:solidFill>
                      <a:srgbClr val="16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90E0E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0.501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0.515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0.511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90E0EF"/>
                          </a:solidFill>
                          <a:latin typeface="Calibri"/>
                        </a:rPr>
                        <a:t>repeat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0.597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90E0EF"/>
                          </a:solidFill>
                          <a:latin typeface="Calibri"/>
                        </a:rPr>
                        <a:t>template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0.545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0.518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0.546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90E0EF"/>
                          </a:solidFill>
                          <a:latin typeface="Calibri"/>
                        </a:rPr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D66B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0.755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0.782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0.754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66B"/>
                </a:solidFill>
                <a:latin typeface="Calibri"/>
              </a:rPr>
              <a:t>Results: Accuracy  (Secondary Metric)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05156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0E0EF"/>
                </a:solidFill>
                <a:latin typeface="Calibri"/>
              </a:rPr>
              <a:t>Accuracy can mask minority-class failures — interpret together with Macro-F1.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9728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1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BERT</a:t>
                      </a:r>
                    </a:p>
                  </a:txBody>
                  <a:tcPr>
                    <a:solidFill>
                      <a:srgbClr val="1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MNLI-BERT</a:t>
                      </a:r>
                    </a:p>
                  </a:txBody>
                  <a:tcPr>
                    <a:solidFill>
                      <a:srgbClr val="16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RoBERTa</a:t>
                      </a:r>
                    </a:p>
                  </a:txBody>
                  <a:tcPr>
                    <a:solidFill>
                      <a:srgbClr val="16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90E0E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0.756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0.798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90E0EF"/>
                          </a:solidFill>
                          <a:latin typeface="Calibri"/>
                        </a:rPr>
                        <a:t>repeat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0.814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90E0EF"/>
                          </a:solidFill>
                          <a:latin typeface="Calibri"/>
                        </a:rPr>
                        <a:t>template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0.754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0.814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0.786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90E0EF"/>
                          </a:solidFill>
                          <a:latin typeface="Calibri"/>
                        </a:rPr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D66B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0.764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0.786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Calibri"/>
                        </a:rPr>
                        <a:t>0.760</a:t>
                      </a:r>
                    </a:p>
                  </a:txBody>
                  <a:tcPr>
                    <a:solidFill>
                      <a:srgbClr val="222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66B"/>
                </a:solidFill>
                <a:latin typeface="Calibri"/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05156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98464" y="1234440"/>
            <a:ext cx="36576" cy="5029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0E0EF"/>
                </a:solidFill>
                <a:latin typeface="Calibri"/>
              </a:rPr>
              <a:t>What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• LLM explanations raise Macro-F1 by ~0.25 over baseline.</a:t>
            </a:r>
          </a:p>
          <a:p>
            <a:r>
              <a:rPr sz="2000" b="0">
                <a:solidFill>
                  <a:srgbClr val="FFFFFF"/>
                </a:solidFill>
                <a:latin typeface="Calibri"/>
              </a:rPr>
              <a:t>• Repeat / template controls improve modestly but far less than LLM.</a:t>
            </a:r>
          </a:p>
          <a:p>
            <a:r>
              <a:rPr sz="2000" b="0">
                <a:solidFill>
                  <a:srgbClr val="FFFFFF"/>
                </a:solidFill>
                <a:latin typeface="Calibri"/>
              </a:rPr>
              <a:t>• MNLI-BERT + LLM achieves the best Macro-F1: 0.782.</a:t>
            </a:r>
          </a:p>
          <a:p>
            <a:r>
              <a:rPr sz="2000" b="0">
                <a:solidFill>
                  <a:srgbClr val="FFFFFF"/>
                </a:solidFill>
                <a:latin typeface="Calibri"/>
              </a:rPr>
              <a:t>• Controlled design confirms pragmatic signal is the driver.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2344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0E0EF"/>
                </a:solidFill>
                <a:latin typeface="Calibri"/>
              </a:rPr>
              <a:t>What Needs Caution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874519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• Oracle is an artificial upper bound — not deployable.</a:t>
            </a:r>
          </a:p>
          <a:p>
            <a:r>
              <a:rPr sz="2000" b="0">
                <a:solidFill>
                  <a:srgbClr val="FFFFFF"/>
                </a:solidFill>
                <a:latin typeface="Calibri"/>
              </a:rPr>
              <a:t>• LLM gains on accuracy alone are inconsistent across models.</a:t>
            </a:r>
          </a:p>
          <a:p>
            <a:r>
              <a:rPr sz="2000" b="0">
                <a:solidFill>
                  <a:srgbClr val="FFFFFF"/>
                </a:solidFill>
                <a:latin typeface="Calibri"/>
              </a:rPr>
              <a:t>• Explanation quality variance may affect result stability.</a:t>
            </a:r>
          </a:p>
          <a:p>
            <a:r>
              <a:rPr sz="2000" b="0">
                <a:solidFill>
                  <a:srgbClr val="FFFFFF"/>
                </a:solidFill>
                <a:latin typeface="Calibri"/>
              </a:rPr>
              <a:t>• Single domain; external validity still needs study.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66B"/>
                </a:solidFill>
                <a:latin typeface="Calibri"/>
              </a:rPr>
              <a:t>Comparison to the Original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05156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Calibri"/>
              </a:rPr>
              <a:t>• Original: context window &amp; architecture comparisons for indirect answers.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This project: augmentation-focused intervention study on the same task.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Added multiple controlled baselines (per professor feedback).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Added cross-model validation (per professor feedback).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Conclusion: pragmatic augmentation helps, especially for balanced F1.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66B"/>
                </a:solidFill>
                <a:latin typeface="Calibri"/>
              </a:rPr>
              <a:t>Threats to Validity and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05156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Calibri"/>
              </a:rPr>
              <a:t>• Single dataset / domain limits external validity.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LLM explanations may carry generation-model biases.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No human scoring of explanation quality in this phase.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Fixed-epoch budget — deeper tuning may shift rankings.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66B"/>
                </a:solidFill>
                <a:latin typeface="Calibri"/>
              </a:rP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05156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Calibri"/>
              </a:rPr>
              <a:t>• Add backtranslation and paraphrase-model augmentation as richer controls.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Evaluate on additional pragmatic datasets and cross-domain transfer.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Ablate explanation properties: length, structure, rationale type.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Study confidence calibration and per-class error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Repro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66B"/>
                </a:solidFill>
                <a:latin typeface="Calibri"/>
              </a:rPr>
              <a:t>Reproducibility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05156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Calibri"/>
              </a:rPr>
              <a:t>• Code bundle:     submission/code.zip  (src/ + paper/)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Data bundle:     submission/data.zip  (circa_processed.csv + explanations)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Training script: src/train.py   |   Eval orchestrator: src/evaluate.py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• All 15 result folders and aggregate CSVs committed under outputs/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66B"/>
                </a:solidFill>
                <a:latin typeface="Calibri"/>
              </a:rPr>
              <a:t>Macro-F1 by Augmentation Mode and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96012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  <a:latin typeface="Calibri"/>
              </a:rPr>
              <a:t>LLM augmentation outperforms all non-oracle controls across all three encoders.</a:t>
            </a:r>
          </a:p>
        </p:txBody>
      </p:sp>
      <p:pic>
        <p:nvPicPr>
          <p:cNvPr id="7" name="Picture 6" descr="macro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424160" cy="5154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66B"/>
                </a:solidFill>
                <a:latin typeface="Calibri"/>
              </a:rPr>
              <a:t>Accuracy by Augmentation Mode and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96012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  <a:latin typeface="Calibri"/>
              </a:rPr>
              <a:t>Accuracy gains are smaller and less consistent — Macro-F1 is the key metric.</a:t>
            </a:r>
          </a:p>
        </p:txBody>
      </p:sp>
      <p:pic>
        <p:nvPicPr>
          <p:cNvPr id="7" name="Picture 6" descr="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424160" cy="5154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66B"/>
                </a:solidFill>
                <a:latin typeface="Calibri"/>
              </a:rPr>
              <a:t>LLM Augmentation Gain over Baseline  (Macro-F1)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96012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  <a:latin typeface="Calibri"/>
              </a:rPr>
              <a:t>All three encoders benefit substantially from pragmatic reasoning augmentation.</a:t>
            </a:r>
          </a:p>
        </p:txBody>
      </p:sp>
      <p:pic>
        <p:nvPicPr>
          <p:cNvPr id="7" name="Picture 6" descr="llm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1389888"/>
            <a:ext cx="7946390" cy="50511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D66B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66B"/>
                </a:solidFill>
                <a:latin typeface="Calibri"/>
              </a:rPr>
              <a:t>Per-Class F1: Baseline vs LLM Augmentation (BERT)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960120"/>
            <a:ext cx="10972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  <a:latin typeface="Calibri"/>
              </a:rPr>
              <a:t>Minority classes (Prob No, In the Middle) go from near-zero to &gt;0.5 F1 with LLM.</a:t>
            </a:r>
          </a:p>
        </p:txBody>
      </p:sp>
      <p:pic>
        <p:nvPicPr>
          <p:cNvPr id="7" name="Picture 6" descr="per_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" y="1443901"/>
            <a:ext cx="10424160" cy="46825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581247" y="2926080"/>
            <a:ext cx="5029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66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E0EF"/>
                </a:solidFill>
                <a:latin typeface="Calibri"/>
              </a:rPr>
              <a:t>Yuval Meron  ·  Ron Biden  ·  Gilad Schwartz  ·  Ziv Fenigstein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Dept. of Industrial Engineering and Management  ·  Ben-Gurion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Yuval Meron  ·  Ron Biden  ·  Gilad Schwartz  ·  Ziv Fenigstein  ·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1059</Words>
  <Application>Microsoft Office PowerPoint</Application>
  <PresentationFormat>Widescreen</PresentationFormat>
  <Paragraphs>159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Beiden, Ron</cp:lastModifiedBy>
  <cp:revision>2</cp:revision>
  <dcterms:created xsi:type="dcterms:W3CDTF">2013-01-27T09:14:16Z</dcterms:created>
  <dcterms:modified xsi:type="dcterms:W3CDTF">2026-06-17T06:42:21Z</dcterms:modified>
  <cp:category/>
</cp:coreProperties>
</file>